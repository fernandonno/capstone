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471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Buenas, hoy presentaré la fase 1 de VetCare, una solución para digitalizar el historial veterinario de mascotas y apoyar a dueños y veterinarios.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principal es que la información de una mascota queda dispersa: en papeles, WhatsApp o memoria del dueño. Esto afecta el control de vacunas y tratamientos.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tiene dos perfiles principales: dueño y veterinario. La aplicación conecta ambos roles mediante una ficha digital y recordatorios.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fase 1 me enfoco en levantar requerimientos, diseñar las pantallas principales, definir datos y dejar preparada la base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fue elegir tecnologías alcanzables para el semestre. JavaScript y TypeScript para el frontend, Node.js para backend, Cursor como apoyo de maquetación, y Access para una base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arquitectura inicial. El usuario entra por la aplicación web, se comunica con un servidor Node.js y los datos se guardan en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Access definí tablas base para usuarios, mascotas, vacunas y tratamientos. Esto permite sostener las funcionalidades principales.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pantallas más importantes para la fase 1 son login, panel veterinario, ficha de mascota y recordatorios. Con esto se valida la navegación y la utilidad del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responder a la observación de innovación, la diferencia es que VetCare no solo guarda datos: genera recordatorios, comparte información entre dueño y veterinario y apunta al seguimiento preventivo.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próximos pasos, voy a completar requerimientos, mejorar el prototipo, conectar Node.js con Access y probar el flujo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0E9F9A">
              <a:alpha val="94000"/>
            </a:srgbClr>
          </a:solidFill>
          <a:ln w="12700">
            <a:solidFill>
              <a:srgbClr val="0E9F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92440" y="1143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dirty="0">
                <a:solidFill>
                  <a:srgbClr val="000000"/>
                </a:solidFill>
              </a:rPr>
              <a:t>🐾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VetCare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13232" y="19933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DDF7F4"/>
                </a:solidFill>
              </a:rPr>
              <a:t>Sistema web para gestión digital de mascotas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13232" y="51206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E2EA"/>
                </a:solidFill>
              </a:rPr>
              <a:t>Presentación Fase 1 · Proyecto APT / Capstone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5532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D8"/>
                </a:solidFill>
              </a:rPr>
              <a:t>Tecnologías: JavaScript · TypeScript · Node.js · Cursor · Access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2926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🩺  📅  💾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VetCare | Fase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detectado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685800" cy="6858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18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Registros físicos o informales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057400"/>
            <a:ext cx="4572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24D"/>
                </a:solidFill>
              </a:rPr>
              <a:t>• Se pueden perder, quedar incompletos o ser difíciles de consultar.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685800" cy="6858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990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Olvido de vacunas y tratamientos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24D"/>
                </a:solidFill>
              </a:rPr>
              <a:t>• El dueño no siempre recuerda próximas fechas importantes.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685800" cy="68580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361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4343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Dificultad para el seguimiento clínico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4800600"/>
            <a:ext cx="4754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24D"/>
                </a:solidFill>
              </a:rPr>
              <a:t>• El veterinario no cuenta con un historial centralizado y actualizado.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03720" y="1508760"/>
            <a:ext cx="443484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9F9A"/>
                </a:solidFill>
              </a:rPr>
              <a:t>Impacto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60920" y="2542032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7324D"/>
                </a:solidFill>
              </a:rPr>
              <a:t>Menos orden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7324D"/>
                </a:solidFill>
              </a:rPr>
              <a:t>Más pérdida de información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7324D"/>
                </a:solidFill>
              </a:rPr>
              <a:t>Peor control sanitario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60920" y="4663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A"/>
                </a:solidFill>
              </a:rPr>
              <a:t>👉 VetCare apunta a ordenar el proceso y evitar olvidos.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VetCare | Fase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Solución propuesta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</a:rPr>
              <a:t>VetCare centraliza la información clínica básica de mascotas y permite consultar el historial desde una plataforma web.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10896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9968" y="2615184"/>
            <a:ext cx="685800" cy="6858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93976" y="2724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</a:rPr>
              <a:t>Dueño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39136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B7A"/>
                </a:solidFill>
              </a:rPr>
              <a:t>Registra mascota, revisa historial y recibe recordatorios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2331720"/>
            <a:ext cx="310896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9008" y="2615184"/>
            <a:ext cx="685800" cy="68580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43016" y="2724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🩺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</a:rPr>
              <a:t>Veterinario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92040" y="39136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B7A"/>
                </a:solidFill>
              </a:rPr>
              <a:t>Actualiza vacunas, tratamientos y observaciones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2331720"/>
            <a:ext cx="310896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28048" y="2615184"/>
            <a:ext cx="685800" cy="6858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92056" y="2724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💾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4964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</a:rPr>
              <a:t>Sistema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641080" y="39136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B7A"/>
                </a:solidFill>
              </a:rPr>
              <a:t>Guarda datos y organiza próximas fechas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5486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9F9A"/>
                </a:solidFill>
              </a:rPr>
              <a:t>Resultado esperado: historial digital + recordatorios + mejor seguimiento veterinario.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VetCare | Fase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de la Fase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819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4813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Análisis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03320" y="1490472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Problema, usuarios, requerimientos e historias de usuario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4984" y="2066544"/>
            <a:ext cx="0" cy="420624"/>
          </a:xfrm>
          <a:prstGeom prst="line">
            <a:avLst/>
          </a:prstGeom>
          <a:noFill/>
          <a:ln w="25400">
            <a:solidFill>
              <a:srgbClr val="C2D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14600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334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5328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Diseño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2542032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Maquetas principales y flujo de navegación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4984" y="3118104"/>
            <a:ext cx="0" cy="420624"/>
          </a:xfrm>
          <a:prstGeom prst="line">
            <a:avLst/>
          </a:prstGeom>
          <a:noFill/>
          <a:ln w="25400">
            <a:solidFill>
              <a:srgbClr val="C2D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66160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850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5844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Datos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03320" y="3593592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Diseño inicial de tablas en Access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4984" y="4169664"/>
            <a:ext cx="0" cy="420624"/>
          </a:xfrm>
          <a:prstGeom prst="line">
            <a:avLst/>
          </a:prstGeom>
          <a:noFill/>
          <a:ln w="25400">
            <a:solidFill>
              <a:srgbClr val="C2D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617720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3659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6360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Base técnica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03320" y="4645152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Estructura inicial con Node.js, JavaScript/TypeScript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7324D"/>
                </a:solidFill>
              </a:rPr>
              <a:t>En esta fase no se busca el producto final completo, sino demostrar que el proyecto es viable y que tiene una base clara para desarrollar.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VetCare | Fase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Tecnologías utilizadas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2461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9A"/>
                </a:solidFill>
              </a:rPr>
              <a:t>JS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F6B7A"/>
                </a:solidFill>
              </a:rPr>
              <a:t>Lógica de interfaz y comportamiento del sistema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2461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9A"/>
                </a:solidFill>
              </a:rPr>
              <a:t>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TypeScript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F6B7A"/>
                </a:solidFill>
              </a:rPr>
              <a:t>Tipado para reducir errores y ordenar el código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83880" y="1508760"/>
            <a:ext cx="32461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9A"/>
                </a:solidFill>
              </a:rPr>
              <a:t>Node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Node.js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194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F6B7A"/>
                </a:solidFill>
              </a:rPr>
              <a:t>Backend y ejecución del servidor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3566160"/>
            <a:ext cx="32461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9A"/>
                </a:solidFill>
              </a:rPr>
              <a:t>Cursor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2024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Cursor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251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F6B7A"/>
                </a:solidFill>
              </a:rPr>
              <a:t>Apoyo como maquetador/editor de código con IA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34840" y="3566160"/>
            <a:ext cx="3246120" cy="1417320"/>
          </a:xfrm>
          <a:prstGeom prst="roundRect">
            <a:avLst>
              <a:gd name="adj" fmla="val 9032"/>
            </a:avLst>
          </a:prstGeom>
          <a:solidFill>
            <a:srgbClr val="FFF5EA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994A"/>
                </a:solidFill>
              </a:rPr>
              <a:t>Access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Microsoft Access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63440" y="4251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F6B7A"/>
                </a:solidFill>
              </a:rPr>
              <a:t>Base de datos inicial para fichas, vacunas y tratamientos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68680" y="58064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Decisión técnica: usar herramientas conocidas para avanzar rápido en prototipo, validación y construcción.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VetCare | Fase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inicial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2788920"/>
            <a:ext cx="1828800" cy="0"/>
          </a:xfrm>
          <a:prstGeom prst="line">
            <a:avLst/>
          </a:prstGeom>
          <a:noFill/>
          <a:ln w="38100">
            <a:solidFill>
              <a:srgbClr val="0E9F9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629400" y="2788920"/>
            <a:ext cx="1828800" cy="0"/>
          </a:xfrm>
          <a:prstGeom prst="line">
            <a:avLst/>
          </a:prstGeom>
          <a:noFill/>
          <a:ln w="38100">
            <a:solidFill>
              <a:srgbClr val="0E9F9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2011680"/>
            <a:ext cx="233172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258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👤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18488" y="2240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Usuario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18488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Dueño / Veterinario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233172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258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💻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093208" y="2240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Aplicación web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93208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JavaScript + TypeScript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2011680"/>
            <a:ext cx="233172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2258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⚙️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842248" y="2240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Servidor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42248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Node.js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2440" y="4160520"/>
            <a:ext cx="233172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4407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💾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842248" y="4389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Base de datos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42248" y="4864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Access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53728" y="3337560"/>
            <a:ext cx="0" cy="777240"/>
          </a:xfrm>
          <a:prstGeom prst="line">
            <a:avLst/>
          </a:prstGeom>
          <a:noFill/>
          <a:ln w="38100">
            <a:solidFill>
              <a:srgbClr val="0E9F9A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60120" y="5742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324D"/>
                </a:solidFill>
              </a:rPr>
              <a:t>Flujo principal: ingresar → consultar/actualizar ficha → guardar cambios → generar recordatorio.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VetCare | Fase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datos inicial en Access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81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9A"/>
                </a:solidFill>
              </a:rPr>
              <a:t>Usuarios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id_usuario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nombre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correo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rol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581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9A"/>
                </a:solidFill>
              </a:rPr>
              <a:t>Mascotas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198424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id_mascota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nombre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especie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id_dueño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935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9A"/>
                </a:solidFill>
              </a:rPr>
              <a:t>Vacunas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9959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id_vacuna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fecha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próxima_fecha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id_mascota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342900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5935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9A"/>
                </a:solidFill>
              </a:rPr>
              <a:t>Tratamientos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39959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id_tratamiento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descripción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fecha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id_mascota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324D"/>
                </a:solidFill>
              </a:rPr>
              <a:t>Relación clave: una mascota pertenece a un dueño y puede tener múltiples vacunas y tratamientos.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VetCare | Fase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Maquetas y pantallas consideradas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2331720" cy="2971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1874520" cy="41148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6243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🔐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1560" y="33375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Login / registro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78561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</a:rPr>
              <a:t>Ingreso seguro de usuarios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1600200"/>
            <a:ext cx="2331720" cy="2971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1965960"/>
            <a:ext cx="1874520" cy="41148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6243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🏥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840480" y="33375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Panel veterinario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86200" y="378561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</a:rPr>
              <a:t>Listado de mascotas y atención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600200"/>
            <a:ext cx="2331720" cy="2971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1965960"/>
            <a:ext cx="1874520" cy="41148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26243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🐶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629400" y="33375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Ficha de mascota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378561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</a:rPr>
              <a:t>Datos generales e historial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89720" y="1600200"/>
            <a:ext cx="2331720" cy="2971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0" y="1965960"/>
            <a:ext cx="1874520" cy="41148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6243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📅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418320" y="33375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Recordatorios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64040" y="378561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</a:rPr>
              <a:t>Próximas vacunas o controles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539496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9F9A"/>
                </a:solidFill>
              </a:rPr>
              <a:t>Las maquetas permiten validar el flujo antes de desarrollar todo el sistema.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VetCare | Fase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Innovación propuesta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44168"/>
            <a:ext cx="685800" cy="6858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53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Recordatorios inteligentes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Alertas según próxima vacuna, tratamiento o control.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368296"/>
            <a:ext cx="685800" cy="6858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4780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2441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Ficha compartida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52160" y="24414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Dueño y veterinario trabajan sobre la misma información.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392424"/>
            <a:ext cx="685800" cy="68580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502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🛡️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3465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Seguimiento preventivo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52160" y="34655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El sistema ayuda a evitar olvidos, no solo a guardar datos.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416552"/>
            <a:ext cx="685800" cy="6858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4526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91640" y="44897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Base escalable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52160" y="44897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Puede crecer a una app más completa con notificaciones y reportes.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562356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Diferenciación: no es solo una ficha digital; busca acompañar el cuidado de la mascota con alertas y seguimiento.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VetCare | Fase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737360"/>
            <a:ext cx="777240" cy="77724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9019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Completar requerimientos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0392" y="32552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B7A"/>
                </a:solidFill>
              </a:rPr>
              <a:t>Validar historias de usuario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777240" cy="77724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9019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Refinar prototipo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39312" y="32552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B7A"/>
                </a:solidFill>
              </a:rPr>
              <a:t>Mejorar pantallas y navegación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6600" y="1737360"/>
            <a:ext cx="777240" cy="77724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19019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27432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Implementar backend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28232" y="32552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B7A"/>
                </a:solidFill>
              </a:rPr>
              <a:t>Conectar Node.js con la base Access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875520" y="1737360"/>
            <a:ext cx="777240" cy="77724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0" y="19019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Probar flujo principal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17152" y="32552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B7A"/>
                </a:solidFill>
              </a:rPr>
              <a:t>Registrar mascota, vacuna y recordatorio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63040" y="4983480"/>
            <a:ext cx="9235440" cy="731520"/>
          </a:xfrm>
          <a:prstGeom prst="roundRect">
            <a:avLst>
              <a:gd name="adj" fmla="val 15000"/>
            </a:avLst>
          </a:prstGeom>
          <a:solidFill>
            <a:srgbClr val="DDF7F4"/>
          </a:solidFill>
          <a:ln w="12700">
            <a:solidFill>
              <a:srgbClr val="DDF7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5212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324D"/>
                </a:solidFill>
              </a:rPr>
              <a:t>Cierre: VetCare es viable para el semestre y la Fase 1 deja una base clara para construir el producto funcional.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917</Words>
  <Application>Microsoft Office PowerPoint</Application>
  <PresentationFormat>Panorámica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VetCare - Fase 1</dc:title>
  <dc:subject>Presentación Fase 1 APT - VetCare</dc:subject>
  <dc:creator>Fernando Rodriguez</dc:creator>
  <cp:lastModifiedBy>Fernando Rodriguez</cp:lastModifiedBy>
  <cp:revision>1</cp:revision>
  <dcterms:created xsi:type="dcterms:W3CDTF">2026-09-11T23:51:37Z</dcterms:created>
  <dcterms:modified xsi:type="dcterms:W3CDTF">2026-09-12T00:00:55Z</dcterms:modified>
</cp:coreProperties>
</file>